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94" r:id="rId2"/>
  </p:sldMasterIdLst>
  <p:notesMasterIdLst>
    <p:notesMasterId r:id="rId14"/>
  </p:notesMasterIdLst>
  <p:sldIdLst>
    <p:sldId id="256" r:id="rId3"/>
    <p:sldId id="1503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7C3D9"/>
    <a:srgbClr val="00C05D"/>
    <a:srgbClr val="3768D9"/>
    <a:srgbClr val="458BF7"/>
    <a:srgbClr val="4277F8"/>
    <a:srgbClr val="4433FF"/>
    <a:srgbClr val="10E274"/>
    <a:srgbClr val="21B6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41" autoAdjust="0"/>
    <p:restoredTop sz="91126"/>
  </p:normalViewPr>
  <p:slideViewPr>
    <p:cSldViewPr snapToGrid="0" snapToObjects="1">
      <p:cViewPr varScale="1">
        <p:scale>
          <a:sx n="106" d="100"/>
          <a:sy n="106" d="100"/>
        </p:scale>
        <p:origin x="126" y="3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?><Relationships xmlns="http://schemas.openxmlformats.org/package/2006/relationships"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15" Type="http://schemas.openxmlformats.org/officeDocument/2006/relationships/presProps" Target="presProps.xml"/><Relationship Id="rId4" Type="http://schemas.openxmlformats.org/officeDocument/2006/relationships/slide" Target="slides/slide2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8113" y="766763"/>
            <a:ext cx="6823075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</p:sp>
      <p:sp>
        <p:nvSpPr>
          <p:cNvPr id="10486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b" anchorCtr="0" compatLnSpc="1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b" anchorCtr="0" compatLnSpc="1"/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52200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C530F6-BA09-40BF-AEE5-2EDFA08BCC73}" type="slidenum">
              <a:rPr lang="zh-CN" altLang="en-US" smtClean="0">
                <a:solidFill>
                  <a:prstClr val="black"/>
                </a:solidFill>
                <a:latin typeface="DengXian" panose="020F0502020204030204"/>
                <a:ea typeface="DengXian" panose="02010600030101010101" pitchFamily="2" charset="-122"/>
              </a:rPr>
              <a:pPr/>
              <a:t>2</a:t>
            </a:fld>
            <a:endParaRPr lang="zh-CN" altLang="en-US">
              <a:solidFill>
                <a:prstClr val="black"/>
              </a:solidFill>
              <a:latin typeface="DengXian" panose="020F0502020204030204"/>
              <a:ea typeface="DengXia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057986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t>7/1/2025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t>7/1/2025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10"/>
          <p:cNvCxnSpPr/>
          <p:nvPr userDrawn="1"/>
        </p:nvCxnSpPr>
        <p:spPr>
          <a:xfrm>
            <a:off x="441065" y="769046"/>
            <a:ext cx="11223555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5">
                    <a:lumMod val="20000"/>
                    <a:lumOff val="80000"/>
                  </a:schemeClr>
                </a:gs>
                <a:gs pos="23000">
                  <a:schemeClr val="accent5">
                    <a:lumMod val="40000"/>
                    <a:lumOff val="60000"/>
                  </a:schemeClr>
                </a:gs>
                <a:gs pos="69000">
                  <a:schemeClr val="accent1">
                    <a:lumMod val="75000"/>
                  </a:schemeClr>
                </a:gs>
                <a:gs pos="96000">
                  <a:srgbClr val="00B050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t>7/1/2025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Click to edit Master text styles</a:t>
            </a:r>
          </a:p>
          <a:p>
            <a:pPr lvl="1"/>
            <a:r>
              <a:rPr lang="zh-CN" altLang="en-US"/>
              <a:t>Second level</a:t>
            </a:r>
          </a:p>
          <a:p>
            <a:pPr lvl="2"/>
            <a:r>
              <a:rPr lang="zh-CN" altLang="en-US"/>
              <a:t>Third level</a:t>
            </a:r>
          </a:p>
          <a:p>
            <a:pPr lvl="3"/>
            <a:r>
              <a:rPr lang="zh-CN" altLang="en-US"/>
              <a:t>Fourth level</a:t>
            </a:r>
          </a:p>
          <a:p>
            <a:pPr lvl="4"/>
            <a:r>
              <a:rPr lang="zh-CN" alt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Click to edit Master text styles</a:t>
            </a:r>
          </a:p>
          <a:p>
            <a:pPr lvl="1"/>
            <a:r>
              <a:rPr lang="zh-CN" altLang="en-US"/>
              <a:t>Second level</a:t>
            </a:r>
          </a:p>
          <a:p>
            <a:pPr lvl="2"/>
            <a:r>
              <a:rPr lang="zh-CN" altLang="en-US"/>
              <a:t>Third level</a:t>
            </a:r>
          </a:p>
          <a:p>
            <a:pPr lvl="3"/>
            <a:r>
              <a:rPr lang="zh-CN" altLang="en-US"/>
              <a:t>Fourth level</a:t>
            </a:r>
          </a:p>
          <a:p>
            <a:pPr lvl="4"/>
            <a:r>
              <a:rPr lang="zh-CN" alt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t>7/1/2025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transition/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Click to edit Master text styles</a:t>
            </a:r>
          </a:p>
          <a:p>
            <a:pPr lvl="1"/>
            <a:r>
              <a:rPr lang="zh-CN" altLang="en-US"/>
              <a:t>Second level</a:t>
            </a:r>
          </a:p>
          <a:p>
            <a:pPr lvl="2"/>
            <a:r>
              <a:rPr lang="zh-CN" altLang="en-US"/>
              <a:t>Third level</a:t>
            </a:r>
          </a:p>
          <a:p>
            <a:pPr lvl="3"/>
            <a:r>
              <a:rPr lang="zh-CN" altLang="en-US"/>
              <a:t>Fourth level</a:t>
            </a:r>
          </a:p>
          <a:p>
            <a:pPr lvl="4"/>
            <a:r>
              <a:rPr lang="zh-CN" alt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Click to edit Master text styles</a:t>
            </a:r>
          </a:p>
          <a:p>
            <a:pPr lvl="1"/>
            <a:r>
              <a:rPr lang="zh-CN" altLang="en-US"/>
              <a:t>Second level</a:t>
            </a:r>
          </a:p>
          <a:p>
            <a:pPr lvl="2"/>
            <a:r>
              <a:rPr lang="zh-CN" altLang="en-US"/>
              <a:t>Third level</a:t>
            </a:r>
          </a:p>
          <a:p>
            <a:pPr lvl="3"/>
            <a:r>
              <a:rPr lang="zh-CN" altLang="en-US"/>
              <a:t>Fourth level</a:t>
            </a:r>
          </a:p>
          <a:p>
            <a:pPr lvl="4"/>
            <a:r>
              <a:rPr lang="zh-CN" alt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t>7/1/2025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t>7/1/2025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transition/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t>7/1/2025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Straight Connector 10"/>
          <p:cNvCxnSpPr/>
          <p:nvPr userDrawn="1"/>
        </p:nvCxnSpPr>
        <p:spPr>
          <a:xfrm>
            <a:off x="441065" y="769046"/>
            <a:ext cx="11223555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5">
                    <a:lumMod val="20000"/>
                    <a:lumOff val="80000"/>
                  </a:schemeClr>
                </a:gs>
                <a:gs pos="23000">
                  <a:schemeClr val="accent5">
                    <a:lumMod val="40000"/>
                    <a:lumOff val="60000"/>
                  </a:schemeClr>
                </a:gs>
                <a:gs pos="69000">
                  <a:schemeClr val="accent1">
                    <a:lumMod val="75000"/>
                  </a:schemeClr>
                </a:gs>
                <a:gs pos="96000">
                  <a:srgbClr val="00B050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239995" y="106265"/>
            <a:ext cx="10515600" cy="662782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3768D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Click to edit Master text styles</a:t>
            </a:r>
          </a:p>
          <a:p>
            <a:pPr lvl="1"/>
            <a:r>
              <a:rPr lang="zh-CN" altLang="en-US"/>
              <a:t>Second level</a:t>
            </a:r>
          </a:p>
          <a:p>
            <a:pPr lvl="2"/>
            <a:r>
              <a:rPr lang="zh-CN" altLang="en-US"/>
              <a:t>Third level</a:t>
            </a:r>
          </a:p>
          <a:p>
            <a:pPr lvl="3"/>
            <a:r>
              <a:rPr lang="zh-CN" altLang="en-US"/>
              <a:t>Fourth level</a:t>
            </a:r>
          </a:p>
          <a:p>
            <a:pPr lvl="4"/>
            <a:r>
              <a:rPr lang="zh-CN" alt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t>7/1/2025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t>7/1/2025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Click to edit Master text styles</a:t>
            </a:r>
          </a:p>
          <a:p>
            <a:pPr lvl="1"/>
            <a:r>
              <a:rPr lang="zh-CN" altLang="en-US"/>
              <a:t>Second level</a:t>
            </a:r>
          </a:p>
          <a:p>
            <a:pPr lvl="2"/>
            <a:r>
              <a:rPr lang="zh-CN" altLang="en-US"/>
              <a:t>Third level</a:t>
            </a:r>
          </a:p>
          <a:p>
            <a:pPr lvl="3"/>
            <a:r>
              <a:rPr lang="zh-CN" altLang="en-US"/>
              <a:t>Fourth level</a:t>
            </a:r>
          </a:p>
          <a:p>
            <a:pPr lvl="4"/>
            <a:r>
              <a:rPr lang="zh-CN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t>7/1/2025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transition/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t>7/1/2025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transition/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t>7/1/2025</a:t>
            </a:fld>
            <a:endParaRPr lang="en-US" dirty="0"/>
          </a:p>
        </p:txBody>
      </p:sp>
      <p:sp>
        <p:nvSpPr>
          <p:cNvPr id="1048622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23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499" y="6356756"/>
            <a:ext cx="2742787" cy="364275"/>
          </a:xfrm>
          <a:prstGeom prst="rect">
            <a:avLst/>
          </a:prstGeom>
        </p:spPr>
        <p:txBody>
          <a:bodyPr/>
          <a:lstStyle/>
          <a:p>
            <a:pPr defTabSz="866943" fontAlgn="base">
              <a:spcBef>
                <a:spcPct val="0"/>
              </a:spcBef>
              <a:spcAft>
                <a:spcPct val="0"/>
              </a:spcAft>
            </a:pPr>
            <a:fld id="{3BED4874-415F-4462-8CBD-90FA9588F106}" type="datetimeFigureOut">
              <a:rPr lang="zh-CN" altLang="en-US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</a:rPr>
              <a:pPr defTabSz="866943" fontAlgn="base">
                <a:spcBef>
                  <a:spcPct val="0"/>
                </a:spcBef>
                <a:spcAft>
                  <a:spcPct val="0"/>
                </a:spcAft>
              </a:pPr>
              <a:t>2025/7/1</a:t>
            </a:fld>
            <a:endParaRPr lang="zh-CN" altLang="en-US">
              <a:solidFill>
                <a:srgbClr val="000000"/>
              </a:solidFill>
              <a:latin typeface="Calibri" panose="020F0502020204030204" pitchFamily="34" charset="0"/>
              <a:ea typeface="SimSun" panose="02010600030101010101" pitchFamily="2" charset="-122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911" y="6356756"/>
            <a:ext cx="4114179" cy="364275"/>
          </a:xfrm>
          <a:prstGeom prst="rect">
            <a:avLst/>
          </a:prstGeom>
        </p:spPr>
        <p:txBody>
          <a:bodyPr/>
          <a:lstStyle/>
          <a:p>
            <a:pPr defTabSz="866943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latin typeface="Calibri" panose="020F0502020204030204" pitchFamily="34" charset="0"/>
              <a:ea typeface="SimSun" panose="02010600030101010101" pitchFamily="2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728" y="6356756"/>
            <a:ext cx="2742787" cy="364275"/>
          </a:xfrm>
          <a:prstGeom prst="rect">
            <a:avLst/>
          </a:prstGeom>
        </p:spPr>
        <p:txBody>
          <a:bodyPr/>
          <a:lstStyle/>
          <a:p>
            <a:pPr defTabSz="866943" fontAlgn="base">
              <a:spcBef>
                <a:spcPct val="0"/>
              </a:spcBef>
              <a:spcAft>
                <a:spcPct val="0"/>
              </a:spcAft>
            </a:pPr>
            <a:fld id="{8C92ADDF-ABC6-4EEC-846D-A1AE2D410679}" type="slidenum">
              <a:rPr lang="zh-CN" altLang="en-US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</a:rPr>
              <a:pPr defTabSz="866943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CN" altLang="en-US">
              <a:solidFill>
                <a:srgbClr val="000000"/>
              </a:solidFill>
              <a:latin typeface="Calibri" panose="020F0502020204030204" pitchFamily="34" charset="0"/>
              <a:ea typeface="SimSun" panose="02010600030101010101" pitchFamily="2" charset="-122"/>
            </a:endParaRP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3204" y="297687"/>
            <a:ext cx="619010" cy="390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812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1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defTabSz="866943" fontAlgn="base">
              <a:spcBef>
                <a:spcPct val="0"/>
              </a:spcBef>
              <a:spcAft>
                <a:spcPct val="0"/>
              </a:spcAft>
            </a:pPr>
            <a:fld id="{F14E7EB6-CBD1-49E6-A6EC-446C7CE0146C}" type="datetime1">
              <a:rPr lang="zh-CN" altLang="en-US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</a:rPr>
              <a:pPr defTabSz="866943" fontAlgn="base">
                <a:spcBef>
                  <a:spcPct val="0"/>
                </a:spcBef>
                <a:spcAft>
                  <a:spcPct val="0"/>
                </a:spcAft>
              </a:pPr>
              <a:t>2025/7/1</a:t>
            </a:fld>
            <a:endParaRPr lang="zh-CN" altLang="en-US" sz="1799">
              <a:solidFill>
                <a:srgbClr val="000000"/>
              </a:solidFill>
              <a:latin typeface="Calibri" panose="020F0502020204030204" pitchFamily="34" charset="0"/>
              <a:ea typeface="SimSun" panose="02010600030101010101" pitchFamily="2" charset="-122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defTabSz="866943"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  <a:latin typeface="Calibri" panose="020F0502020204030204" pitchFamily="34" charset="0"/>
              <a:ea typeface="SimSun" panose="02010600030101010101" pitchFamily="2" charset="-12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defTabSz="866943" fontAlgn="base">
              <a:spcBef>
                <a:spcPct val="0"/>
              </a:spcBef>
              <a:spcAft>
                <a:spcPct val="0"/>
              </a:spcAft>
            </a:pPr>
            <a:fld id="{32AB93E7-1588-4D19-9BF2-FAF36B82A6F0}" type="slidenum">
              <a:rPr lang="zh-CN" altLang="en-US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</a:rPr>
              <a:pPr defTabSz="866943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CN" altLang="en-US" sz="1799">
              <a:solidFill>
                <a:srgbClr val="000000"/>
              </a:solidFill>
              <a:latin typeface="Calibri" panose="020F0502020204030204" pitchFamily="34" charset="0"/>
              <a:ea typeface="SimSun" panose="02010600030101010101" pitchFamily="2" charset="-122"/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3395" y="169804"/>
            <a:ext cx="619010" cy="390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366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smtClean="0"/>
              <a:t>7/1/2025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10"/>
          <p:cNvCxnSpPr/>
          <p:nvPr userDrawn="1"/>
        </p:nvCxnSpPr>
        <p:spPr>
          <a:xfrm>
            <a:off x="0" y="769046"/>
            <a:ext cx="12192000" cy="0"/>
          </a:xfrm>
          <a:prstGeom prst="line">
            <a:avLst/>
          </a:prstGeom>
          <a:ln w="31750">
            <a:gradFill flip="none" rotWithShape="1">
              <a:gsLst>
                <a:gs pos="0">
                  <a:schemeClr val="accent5">
                    <a:lumMod val="20000"/>
                    <a:lumOff val="80000"/>
                  </a:schemeClr>
                </a:gs>
                <a:gs pos="23000">
                  <a:schemeClr val="accent5">
                    <a:lumMod val="40000"/>
                    <a:lumOff val="60000"/>
                  </a:schemeClr>
                </a:gs>
                <a:gs pos="69000">
                  <a:schemeClr val="accent1">
                    <a:lumMod val="75000"/>
                  </a:schemeClr>
                </a:gs>
                <a:gs pos="96000">
                  <a:srgbClr val="00B050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113263" y="62453"/>
            <a:ext cx="2006693" cy="63177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/>
  <p:timing>
    <p:tnLst>
      <p:par>
        <p:cTn id="1" dur="indefinite" restart="never" nodeType="tmRoot"/>
      </p:par>
    </p:tnLst>
  </p:timing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3768D9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3992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  <p:txStyles>
    <p:titleStyle>
      <a:lvl1pPr algn="l" defTabSz="867015" rtl="0" eaLnBrk="1" latinLnBrk="0" hangingPunct="1">
        <a:lnSpc>
          <a:spcPct val="90000"/>
        </a:lnSpc>
        <a:spcBef>
          <a:spcPct val="0"/>
        </a:spcBef>
        <a:buNone/>
        <a:defRPr sz="417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755" indent="-216755" algn="l" defTabSz="867015" rtl="0" eaLnBrk="1" latinLnBrk="0" hangingPunct="1">
        <a:lnSpc>
          <a:spcPct val="90000"/>
        </a:lnSpc>
        <a:spcBef>
          <a:spcPts val="948"/>
        </a:spcBef>
        <a:buFont typeface="Arial" panose="020B0604020202020204" pitchFamily="34" charset="0"/>
        <a:buChar char="•"/>
        <a:defRPr sz="2655" kern="1200">
          <a:solidFill>
            <a:schemeClr val="tx1"/>
          </a:solidFill>
          <a:latin typeface="+mn-lt"/>
          <a:ea typeface="+mn-ea"/>
          <a:cs typeface="+mn-cs"/>
        </a:defRPr>
      </a:lvl1pPr>
      <a:lvl2pPr marL="650262" indent="-216755" algn="l" defTabSz="867015" rtl="0" eaLnBrk="1" latinLnBrk="0" hangingPunct="1">
        <a:lnSpc>
          <a:spcPct val="90000"/>
        </a:lnSpc>
        <a:spcBef>
          <a:spcPts val="474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2pPr>
      <a:lvl3pPr marL="1083767" indent="-216755" algn="l" defTabSz="867015" rtl="0" eaLnBrk="1" latinLnBrk="0" hangingPunct="1">
        <a:lnSpc>
          <a:spcPct val="90000"/>
        </a:lnSpc>
        <a:spcBef>
          <a:spcPts val="474"/>
        </a:spcBef>
        <a:buFont typeface="Arial" panose="020B0604020202020204" pitchFamily="34" charset="0"/>
        <a:buChar char="•"/>
        <a:defRPr sz="1896" kern="1200">
          <a:solidFill>
            <a:schemeClr val="tx1"/>
          </a:solidFill>
          <a:latin typeface="+mn-lt"/>
          <a:ea typeface="+mn-ea"/>
          <a:cs typeface="+mn-cs"/>
        </a:defRPr>
      </a:lvl3pPr>
      <a:lvl4pPr marL="1517276" indent="-216755" algn="l" defTabSz="867015" rtl="0" eaLnBrk="1" latinLnBrk="0" hangingPunct="1">
        <a:lnSpc>
          <a:spcPct val="90000"/>
        </a:lnSpc>
        <a:spcBef>
          <a:spcPts val="474"/>
        </a:spcBef>
        <a:buFont typeface="Arial" panose="020B0604020202020204" pitchFamily="34" charset="0"/>
        <a:buChar char="•"/>
        <a:defRPr sz="1707" kern="1200">
          <a:solidFill>
            <a:schemeClr val="tx1"/>
          </a:solidFill>
          <a:latin typeface="+mn-lt"/>
          <a:ea typeface="+mn-ea"/>
          <a:cs typeface="+mn-cs"/>
        </a:defRPr>
      </a:lvl4pPr>
      <a:lvl5pPr marL="1950783" indent="-216755" algn="l" defTabSz="867015" rtl="0" eaLnBrk="1" latinLnBrk="0" hangingPunct="1">
        <a:lnSpc>
          <a:spcPct val="90000"/>
        </a:lnSpc>
        <a:spcBef>
          <a:spcPts val="474"/>
        </a:spcBef>
        <a:buFont typeface="Arial" panose="020B0604020202020204" pitchFamily="34" charset="0"/>
        <a:buChar char="•"/>
        <a:defRPr sz="1707" kern="1200">
          <a:solidFill>
            <a:schemeClr val="tx1"/>
          </a:solidFill>
          <a:latin typeface="+mn-lt"/>
          <a:ea typeface="+mn-ea"/>
          <a:cs typeface="+mn-cs"/>
        </a:defRPr>
      </a:lvl5pPr>
      <a:lvl6pPr marL="2384290" indent="-216755" algn="l" defTabSz="867015" rtl="0" eaLnBrk="1" latinLnBrk="0" hangingPunct="1">
        <a:lnSpc>
          <a:spcPct val="90000"/>
        </a:lnSpc>
        <a:spcBef>
          <a:spcPts val="474"/>
        </a:spcBef>
        <a:buFont typeface="Arial" panose="020B0604020202020204" pitchFamily="34" charset="0"/>
        <a:buChar char="•"/>
        <a:defRPr sz="1707" kern="1200">
          <a:solidFill>
            <a:schemeClr val="tx1"/>
          </a:solidFill>
          <a:latin typeface="+mn-lt"/>
          <a:ea typeface="+mn-ea"/>
          <a:cs typeface="+mn-cs"/>
        </a:defRPr>
      </a:lvl6pPr>
      <a:lvl7pPr marL="2817799" indent="-216755" algn="l" defTabSz="867015" rtl="0" eaLnBrk="1" latinLnBrk="0" hangingPunct="1">
        <a:lnSpc>
          <a:spcPct val="90000"/>
        </a:lnSpc>
        <a:spcBef>
          <a:spcPts val="474"/>
        </a:spcBef>
        <a:buFont typeface="Arial" panose="020B0604020202020204" pitchFamily="34" charset="0"/>
        <a:buChar char="•"/>
        <a:defRPr sz="1707" kern="1200">
          <a:solidFill>
            <a:schemeClr val="tx1"/>
          </a:solidFill>
          <a:latin typeface="+mn-lt"/>
          <a:ea typeface="+mn-ea"/>
          <a:cs typeface="+mn-cs"/>
        </a:defRPr>
      </a:lvl7pPr>
      <a:lvl8pPr marL="3251306" indent="-216755" algn="l" defTabSz="867015" rtl="0" eaLnBrk="1" latinLnBrk="0" hangingPunct="1">
        <a:lnSpc>
          <a:spcPct val="90000"/>
        </a:lnSpc>
        <a:spcBef>
          <a:spcPts val="474"/>
        </a:spcBef>
        <a:buFont typeface="Arial" panose="020B0604020202020204" pitchFamily="34" charset="0"/>
        <a:buChar char="•"/>
        <a:defRPr sz="1707" kern="1200">
          <a:solidFill>
            <a:schemeClr val="tx1"/>
          </a:solidFill>
          <a:latin typeface="+mn-lt"/>
          <a:ea typeface="+mn-ea"/>
          <a:cs typeface="+mn-cs"/>
        </a:defRPr>
      </a:lvl8pPr>
      <a:lvl9pPr marL="3684813" indent="-216755" algn="l" defTabSz="867015" rtl="0" eaLnBrk="1" latinLnBrk="0" hangingPunct="1">
        <a:lnSpc>
          <a:spcPct val="90000"/>
        </a:lnSpc>
        <a:spcBef>
          <a:spcPts val="474"/>
        </a:spcBef>
        <a:buFont typeface="Arial" panose="020B0604020202020204" pitchFamily="34" charset="0"/>
        <a:buChar char="•"/>
        <a:defRPr sz="170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7015" rtl="0" eaLnBrk="1" latinLnBrk="0" hangingPunct="1">
        <a:defRPr sz="1707" kern="1200">
          <a:solidFill>
            <a:schemeClr val="tx1"/>
          </a:solidFill>
          <a:latin typeface="+mn-lt"/>
          <a:ea typeface="+mn-ea"/>
          <a:cs typeface="+mn-cs"/>
        </a:defRPr>
      </a:lvl1pPr>
      <a:lvl2pPr marL="433508" algn="l" defTabSz="867015" rtl="0" eaLnBrk="1" latinLnBrk="0" hangingPunct="1">
        <a:defRPr sz="1707" kern="1200">
          <a:solidFill>
            <a:schemeClr val="tx1"/>
          </a:solidFill>
          <a:latin typeface="+mn-lt"/>
          <a:ea typeface="+mn-ea"/>
          <a:cs typeface="+mn-cs"/>
        </a:defRPr>
      </a:lvl2pPr>
      <a:lvl3pPr marL="867015" algn="l" defTabSz="867015" rtl="0" eaLnBrk="1" latinLnBrk="0" hangingPunct="1">
        <a:defRPr sz="1707" kern="1200">
          <a:solidFill>
            <a:schemeClr val="tx1"/>
          </a:solidFill>
          <a:latin typeface="+mn-lt"/>
          <a:ea typeface="+mn-ea"/>
          <a:cs typeface="+mn-cs"/>
        </a:defRPr>
      </a:lvl3pPr>
      <a:lvl4pPr marL="1300522" algn="l" defTabSz="867015" rtl="0" eaLnBrk="1" latinLnBrk="0" hangingPunct="1">
        <a:defRPr sz="1707" kern="1200">
          <a:solidFill>
            <a:schemeClr val="tx1"/>
          </a:solidFill>
          <a:latin typeface="+mn-lt"/>
          <a:ea typeface="+mn-ea"/>
          <a:cs typeface="+mn-cs"/>
        </a:defRPr>
      </a:lvl4pPr>
      <a:lvl5pPr marL="1734030" algn="l" defTabSz="867015" rtl="0" eaLnBrk="1" latinLnBrk="0" hangingPunct="1">
        <a:defRPr sz="1707" kern="1200">
          <a:solidFill>
            <a:schemeClr val="tx1"/>
          </a:solidFill>
          <a:latin typeface="+mn-lt"/>
          <a:ea typeface="+mn-ea"/>
          <a:cs typeface="+mn-cs"/>
        </a:defRPr>
      </a:lvl5pPr>
      <a:lvl6pPr marL="2167538" algn="l" defTabSz="867015" rtl="0" eaLnBrk="1" latinLnBrk="0" hangingPunct="1">
        <a:defRPr sz="1707" kern="1200">
          <a:solidFill>
            <a:schemeClr val="tx1"/>
          </a:solidFill>
          <a:latin typeface="+mn-lt"/>
          <a:ea typeface="+mn-ea"/>
          <a:cs typeface="+mn-cs"/>
        </a:defRPr>
      </a:lvl6pPr>
      <a:lvl7pPr marL="2601045" algn="l" defTabSz="867015" rtl="0" eaLnBrk="1" latinLnBrk="0" hangingPunct="1">
        <a:defRPr sz="1707" kern="1200">
          <a:solidFill>
            <a:schemeClr val="tx1"/>
          </a:solidFill>
          <a:latin typeface="+mn-lt"/>
          <a:ea typeface="+mn-ea"/>
          <a:cs typeface="+mn-cs"/>
        </a:defRPr>
      </a:lvl7pPr>
      <a:lvl8pPr marL="3034552" algn="l" defTabSz="867015" rtl="0" eaLnBrk="1" latinLnBrk="0" hangingPunct="1">
        <a:defRPr sz="1707" kern="1200">
          <a:solidFill>
            <a:schemeClr val="tx1"/>
          </a:solidFill>
          <a:latin typeface="+mn-lt"/>
          <a:ea typeface="+mn-ea"/>
          <a:cs typeface="+mn-cs"/>
        </a:defRPr>
      </a:lvl8pPr>
      <a:lvl9pPr marL="3468061" algn="l" defTabSz="867015" rtl="0" eaLnBrk="1" latinLnBrk="0" hangingPunct="1">
        <a:defRPr sz="170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/>
          <p:cNvSpPr/>
          <p:nvPr/>
        </p:nvSpPr>
        <p:spPr>
          <a:xfrm>
            <a:off x="0" y="1391285"/>
            <a:ext cx="12192000" cy="3776980"/>
          </a:xfrm>
          <a:prstGeom prst="rect">
            <a:avLst/>
          </a:prstGeom>
          <a:gradFill>
            <a:gsLst>
              <a:gs pos="13000">
                <a:srgbClr val="0DB5C5"/>
              </a:gs>
              <a:gs pos="40000">
                <a:srgbClr val="2082B4"/>
              </a:gs>
              <a:gs pos="65000">
                <a:srgbClr val="305AA6"/>
              </a:gs>
              <a:gs pos="81000">
                <a:srgbClr val="403198"/>
              </a:gs>
            </a:gsLst>
            <a:lin ang="135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bg1"/>
              </a:solidFill>
            </a:endParaRPr>
          </a:p>
        </p:txBody>
      </p:sp>
      <p:sp>
        <p:nvSpPr>
          <p:cNvPr id="1048587" name="TextBox 5"/>
          <p:cNvSpPr txBox="1"/>
          <p:nvPr/>
        </p:nvSpPr>
        <p:spPr>
          <a:xfrm>
            <a:off x="4" y="2526214"/>
            <a:ext cx="121919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4800" b="1" dirty="0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DR8</a:t>
            </a:r>
            <a:r>
              <a:rPr kumimoji="1" lang="zh-CN" altLang="en-US" sz="4800" b="1" dirty="0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 Data Distribution</a:t>
            </a:r>
            <a:endParaRPr kumimoji="1" lang="en-US" altLang="zh-CN" sz="4800" b="1" dirty="0" smtClean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501" y="234223"/>
            <a:ext cx="2971798" cy="935628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125"/>
          <p:cNvSpPr txBox="1">
            <a:spLocks noChangeArrowheads="1"/>
          </p:cNvSpPr>
          <p:nvPr/>
        </p:nvSpPr>
        <p:spPr bwMode="auto">
          <a:xfrm>
            <a:off x="143338" y="110192"/>
            <a:ext cx="7928000" cy="369332"/>
          </a:xfrm>
          <a:prstGeom prst="rect">
            <a:avLst/>
          </a:prstGeom>
          <a:noFill/>
          <a:ln w="38100" cap="flat" cmpd="sng" algn="ctr">
            <a:noFill/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square" lIns="0" tIns="0" rIns="0" bIns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defTabSz="914400">
              <a:defRPr/>
            </a:pPr>
            <a:r>
              <a:rPr lang="zh-CN" altLang="en-US" sz="2400" b="1" kern="0" spc="51" dirty="0" smtClean="0">
                <a:ln w="11430"/>
                <a:solidFill>
                  <a:srgbClr val="0000FF"/>
                </a:solidFill>
                <a:latin typeface="Microsoft YaHei" pitchFamily="34" charset="-122"/>
                <a:ea typeface="Microsoft YaHei" pitchFamily="34" charset="-122"/>
              </a:rPr>
              <a:t>Performance Distribution</a:t>
            </a:r>
            <a:endParaRPr lang="zh-CN" altLang="en-US" sz="2400" b="1" kern="0" spc="51" dirty="0">
              <a:ln w="11430"/>
              <a:solidFill>
                <a:srgbClr val="0000FF"/>
              </a:solidFill>
              <a:latin typeface="Microsoft YaHei" pitchFamily="34" charset="-122"/>
              <a:ea typeface="Microsoft YaHei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70494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MS PGothic"/>
        <a:font script="Hang" typeface="맑은 고딕"/>
        <a:font script="Hans" typeface="SimSun"/>
        <a:font script="Hant" typeface="PMingLiU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PMingLiU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plate">
  <a:themeElements>
    <a:clrScheme name="Custom 15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70C0"/>
      </a:accent1>
      <a:accent2>
        <a:srgbClr val="A5A5A5"/>
      </a:accent2>
      <a:accent3>
        <a:srgbClr val="0070C0"/>
      </a:accent3>
      <a:accent4>
        <a:srgbClr val="A5A5A5"/>
      </a:accent4>
      <a:accent5>
        <a:srgbClr val="0070C0"/>
      </a:accent5>
      <a:accent6>
        <a:srgbClr val="A5A5A5"/>
      </a:accent6>
      <a:hlink>
        <a:srgbClr val="0070C0"/>
      </a:hlink>
      <a:folHlink>
        <a:srgbClr val="A5A5A5"/>
      </a:folHlink>
    </a:clrScheme>
    <a:fontScheme name="Temp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D9D9D9">
            <a:alpha val="50196"/>
          </a:srgb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MS PGothic"/>
        <a:font script="Hang" typeface="맑은 고딕"/>
        <a:font script="Hans" typeface="SimSun"/>
        <a:font script="Hant" typeface="PMingLiU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PMingLiU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10187</TotalTime>
  <Words>30</Words>
  <Application>Microsoft Office PowerPoint</Application>
  <PresentationFormat>Widescreen</PresentationFormat>
  <Paragraphs>21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DengXian</vt:lpstr>
      <vt:lpstr>SimSun</vt:lpstr>
      <vt:lpstr>Microsoft YaHei</vt:lpstr>
      <vt:lpstr>Arial</vt:lpstr>
      <vt:lpstr>Calibri</vt:lpstr>
      <vt:lpstr>Calibri Light</vt:lpstr>
      <vt:lpstr>Office Theme</vt:lpstr>
      <vt:lpstr>Template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/>
  <cp:revision>1337</cp:revision>
  <dcterms:created xsi:type="dcterms:W3CDTF">2017-11-10T09:55:00Z</dcterms:created>
  <dcterms:modified xsi:type="dcterms:W3CDTF">2025-07-01T10:12:10Z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2052-11.1.0.10228</vt:lpwstr>
  </property>
</Properties>
</file>